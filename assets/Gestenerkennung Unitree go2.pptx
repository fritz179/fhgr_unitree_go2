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223" autoAdjust="0"/>
  </p:normalViewPr>
  <p:slideViewPr>
    <p:cSldViewPr snapToGrid="0">
      <p:cViewPr>
        <p:scale>
          <a:sx n="65" d="100"/>
          <a:sy n="65" d="100"/>
        </p:scale>
        <p:origin x="2175" y="-3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931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7853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38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6113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296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3520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925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8296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7889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626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540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BF448-3C95-4AE2-832F-799482436FED}" type="datetimeFigureOut">
              <a:rPr lang="de-CH" smtClean="0"/>
              <a:t>25.11.2025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23A43-3AAC-4A1C-AB40-062A528FDE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043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E156B66-3491-7EC0-9FE7-4C8D7FD10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33" y="1664316"/>
            <a:ext cx="2070117" cy="210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F4AF5CA-3F1C-14A9-528A-6C1115A966C7}"/>
              </a:ext>
            </a:extLst>
          </p:cNvPr>
          <p:cNvSpPr txBox="1"/>
          <p:nvPr/>
        </p:nvSpPr>
        <p:spPr>
          <a:xfrm>
            <a:off x="0" y="263611"/>
            <a:ext cx="6857999" cy="112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600" noProof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Gesture recognition</a:t>
            </a:r>
          </a:p>
          <a:p>
            <a:pPr algn="ctr"/>
            <a:r>
              <a:rPr lang="en-NZ" noProof="1">
                <a:solidFill>
                  <a:schemeClr val="bg1">
                    <a:lumMod val="75000"/>
                  </a:schemeClr>
                </a:solidFill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Unitree go2</a:t>
            </a:r>
          </a:p>
          <a:p>
            <a:pPr algn="ctr">
              <a:lnSpc>
                <a:spcPct val="150000"/>
              </a:lnSpc>
            </a:pPr>
            <a:r>
              <a:rPr lang="en-NZ" sz="1000" noProof="1">
                <a:solidFill>
                  <a:schemeClr val="bg1">
                    <a:lumMod val="75000"/>
                  </a:schemeClr>
                </a:solidFill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FHGR institut für Robotics und Photonics</a:t>
            </a:r>
          </a:p>
        </p:txBody>
      </p:sp>
      <p:pic>
        <p:nvPicPr>
          <p:cNvPr id="7" name="Grafik 6" descr="Ein Bild, das Entwurf, Design enthält.&#10;&#10;KI-generierte Inhalte können fehlerhaft sein.">
            <a:extLst>
              <a:ext uri="{FF2B5EF4-FFF2-40B4-BE49-F238E27FC236}">
                <a16:creationId xmlns:a16="http://schemas.microsoft.com/office/drawing/2014/main" id="{540B8B8A-6106-7403-BBA5-C88A9B944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594" y="7449180"/>
            <a:ext cx="797596" cy="797596"/>
          </a:xfrm>
          <a:prstGeom prst="rect">
            <a:avLst/>
          </a:prstGeom>
        </p:spPr>
      </p:pic>
      <p:pic>
        <p:nvPicPr>
          <p:cNvPr id="9" name="Grafik 8" descr="Ein Bild, das Entwurf, Clipart, Symbol, Grafiken enthält.&#10;&#10;KI-generierte Inhalte können fehlerhaft sein.">
            <a:extLst>
              <a:ext uri="{FF2B5EF4-FFF2-40B4-BE49-F238E27FC236}">
                <a16:creationId xmlns:a16="http://schemas.microsoft.com/office/drawing/2014/main" id="{FB35D1F7-F751-8996-42EF-1C259798D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192" y="4037111"/>
            <a:ext cx="724143" cy="1086215"/>
          </a:xfrm>
          <a:prstGeom prst="rect">
            <a:avLst/>
          </a:prstGeom>
        </p:spPr>
      </p:pic>
      <p:pic>
        <p:nvPicPr>
          <p:cNvPr id="11" name="Grafik 10" descr="Ein Bild, das Entwurf, Clipart, Zeichnung, Lineart enthält.&#10;&#10;KI-generierte Inhalte können fehlerhaft sein.">
            <a:extLst>
              <a:ext uri="{FF2B5EF4-FFF2-40B4-BE49-F238E27FC236}">
                <a16:creationId xmlns:a16="http://schemas.microsoft.com/office/drawing/2014/main" id="{CFA0CEB8-856F-D287-D3EA-8249DFBF33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670" y="5552531"/>
            <a:ext cx="768055" cy="1152083"/>
          </a:xfrm>
          <a:prstGeom prst="rect">
            <a:avLst/>
          </a:prstGeom>
        </p:spPr>
      </p:pic>
      <p:pic>
        <p:nvPicPr>
          <p:cNvPr id="13" name="Grafik 12" descr="Ein Bild, das Symbol, Clipart, Design, Typografie enthält.&#10;&#10;KI-generierte Inhalte können fehlerhaft sein.">
            <a:extLst>
              <a:ext uri="{FF2B5EF4-FFF2-40B4-BE49-F238E27FC236}">
                <a16:creationId xmlns:a16="http://schemas.microsoft.com/office/drawing/2014/main" id="{3C1079A0-5677-AABB-1A21-8AFB5EB06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19" y="4121417"/>
            <a:ext cx="857877" cy="857877"/>
          </a:xfrm>
          <a:prstGeom prst="rect">
            <a:avLst/>
          </a:prstGeom>
        </p:spPr>
      </p:pic>
      <p:pic>
        <p:nvPicPr>
          <p:cNvPr id="15" name="Grafik 14" descr="Ein Bild, das Schwarz, Dunkelheit, Screenshot, Schwarzweiß enthält.&#10;&#10;KI-generierte Inhalte können fehlerhaft sein.">
            <a:extLst>
              <a:ext uri="{FF2B5EF4-FFF2-40B4-BE49-F238E27FC236}">
                <a16:creationId xmlns:a16="http://schemas.microsoft.com/office/drawing/2014/main" id="{030BB7B2-384E-44D8-6A17-462194D5C1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464" y="7386313"/>
            <a:ext cx="923330" cy="923330"/>
          </a:xfrm>
          <a:prstGeom prst="rect">
            <a:avLst/>
          </a:prstGeom>
        </p:spPr>
      </p:pic>
      <p:pic>
        <p:nvPicPr>
          <p:cNvPr id="19" name="Grafik 18" descr="Ein Bild, das Clipart, Entwurf, Design enthält.&#10;&#10;KI-generierte Inhalte können fehlerhaft sein.">
            <a:extLst>
              <a:ext uri="{FF2B5EF4-FFF2-40B4-BE49-F238E27FC236}">
                <a16:creationId xmlns:a16="http://schemas.microsoft.com/office/drawing/2014/main" id="{A19DDE07-8B5D-CA2D-05FF-9AC1E753D9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192" y="5683372"/>
            <a:ext cx="890401" cy="890401"/>
          </a:xfrm>
          <a:prstGeom prst="rect">
            <a:avLst/>
          </a:prstGeom>
        </p:spPr>
      </p:pic>
      <p:pic>
        <p:nvPicPr>
          <p:cNvPr id="21" name="Grafik 20" descr="Ein Bild, das Entwurf, Zeichnung, Clipart, Strichzeichnung enthält.&#10;&#10;KI-generierte Inhalte können fehlerhaft sein.">
            <a:extLst>
              <a:ext uri="{FF2B5EF4-FFF2-40B4-BE49-F238E27FC236}">
                <a16:creationId xmlns:a16="http://schemas.microsoft.com/office/drawing/2014/main" id="{5B58CDB4-A869-25E0-72C5-AED24B7AF5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324" y="4121417"/>
            <a:ext cx="857877" cy="857877"/>
          </a:xfrm>
          <a:prstGeom prst="rect">
            <a:avLst/>
          </a:prstGeom>
        </p:spPr>
      </p:pic>
      <p:pic>
        <p:nvPicPr>
          <p:cNvPr id="23" name="Grafik 22" descr="Ein Bild, das Entwurf enthält.&#10;&#10;KI-generierte Inhalte können fehlerhaft sein.">
            <a:extLst>
              <a:ext uri="{FF2B5EF4-FFF2-40B4-BE49-F238E27FC236}">
                <a16:creationId xmlns:a16="http://schemas.microsoft.com/office/drawing/2014/main" id="{4293B414-CCFE-982C-91F0-77B01E93D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02" y="5666907"/>
            <a:ext cx="923330" cy="923330"/>
          </a:xfrm>
          <a:prstGeom prst="rect">
            <a:avLst/>
          </a:prstGeom>
        </p:spPr>
      </p:pic>
      <p:pic>
        <p:nvPicPr>
          <p:cNvPr id="25" name="Grafik 24" descr="Ein Bild, das Schwarz, Dunkelheit, Screenshot, Schwarzweiß enthält.&#10;&#10;KI-generierte Inhalte können fehlerhaft sein.">
            <a:extLst>
              <a:ext uri="{FF2B5EF4-FFF2-40B4-BE49-F238E27FC236}">
                <a16:creationId xmlns:a16="http://schemas.microsoft.com/office/drawing/2014/main" id="{B4873CA2-88DA-F3B3-2315-7BCF4CC539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464" y="5666907"/>
            <a:ext cx="923330" cy="923330"/>
          </a:xfrm>
          <a:prstGeom prst="rect">
            <a:avLst/>
          </a:prstGeom>
        </p:spPr>
      </p:pic>
      <p:pic>
        <p:nvPicPr>
          <p:cNvPr id="27" name="Grafik 26" descr="Ein Bild, das Schwarz, Dunkelheit, Screenshot, Schwarzweiß enthält.&#10;&#10;KI-generierte Inhalte können fehlerhaft sein.">
            <a:extLst>
              <a:ext uri="{FF2B5EF4-FFF2-40B4-BE49-F238E27FC236}">
                <a16:creationId xmlns:a16="http://schemas.microsoft.com/office/drawing/2014/main" id="{DB5129D8-3AC0-8546-0207-6F6F2D6730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899" y="7449180"/>
            <a:ext cx="797596" cy="797596"/>
          </a:xfrm>
          <a:prstGeom prst="rect">
            <a:avLst/>
          </a:prstGeom>
        </p:spPr>
      </p:pic>
      <p:pic>
        <p:nvPicPr>
          <p:cNvPr id="28" name="Grafik 27" descr="Ein Bild, das Entwurf, Design enthält.&#10;&#10;KI-generierte Inhalte können fehlerhaft sein.">
            <a:extLst>
              <a:ext uri="{FF2B5EF4-FFF2-40B4-BE49-F238E27FC236}">
                <a16:creationId xmlns:a16="http://schemas.microsoft.com/office/drawing/2014/main" id="{52AF1992-B083-CEB9-B021-F66E774F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840269" y="7449180"/>
            <a:ext cx="797596" cy="797596"/>
          </a:xfrm>
          <a:prstGeom prst="rect">
            <a:avLst/>
          </a:prstGeom>
        </p:spPr>
      </p:pic>
      <p:pic>
        <p:nvPicPr>
          <p:cNvPr id="30" name="Grafik 29" descr="Ein Bild, das Entwurf, Clipart enthält.&#10;&#10;KI-generierte Inhalte können fehlerhaft sein.">
            <a:extLst>
              <a:ext uri="{FF2B5EF4-FFF2-40B4-BE49-F238E27FC236}">
                <a16:creationId xmlns:a16="http://schemas.microsoft.com/office/drawing/2014/main" id="{164C0E92-A972-AFDB-DD8B-E9ED6DE974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37" y="4176455"/>
            <a:ext cx="797596" cy="797596"/>
          </a:xfrm>
          <a:prstGeom prst="rect">
            <a:avLst/>
          </a:prstGeom>
        </p:spPr>
      </p:pic>
      <p:pic>
        <p:nvPicPr>
          <p:cNvPr id="1028" name="Picture 4" descr="Exclamation mark - Free signaling icons">
            <a:extLst>
              <a:ext uri="{FF2B5EF4-FFF2-40B4-BE49-F238E27FC236}">
                <a16:creationId xmlns:a16="http://schemas.microsoft.com/office/drawing/2014/main" id="{34446FED-36A8-B8D6-FE71-EC8428E08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928" y="8023746"/>
            <a:ext cx="282529" cy="28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Exclamation mark - Free signaling icons">
            <a:extLst>
              <a:ext uri="{FF2B5EF4-FFF2-40B4-BE49-F238E27FC236}">
                <a16:creationId xmlns:a16="http://schemas.microsoft.com/office/drawing/2014/main" id="{7E8F8AAB-AFF5-7C94-973F-94F09B243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06" y="9015035"/>
            <a:ext cx="439323" cy="43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Exclamation mark - Free signaling icons">
            <a:extLst>
              <a:ext uri="{FF2B5EF4-FFF2-40B4-BE49-F238E27FC236}">
                <a16:creationId xmlns:a16="http://schemas.microsoft.com/office/drawing/2014/main" id="{D449BF34-F29E-EA26-724B-61B7BCBE4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68" y="4682936"/>
            <a:ext cx="282529" cy="28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Exclamation mark - Free signaling icons">
            <a:extLst>
              <a:ext uri="{FF2B5EF4-FFF2-40B4-BE49-F238E27FC236}">
                <a16:creationId xmlns:a16="http://schemas.microsoft.com/office/drawing/2014/main" id="{A7287C54-5B8A-2690-9D3E-D821FC972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936" y="8019968"/>
            <a:ext cx="282529" cy="28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22F864B8-18D8-6BDA-1313-6EFEE9A5AF93}"/>
              </a:ext>
            </a:extLst>
          </p:cNvPr>
          <p:cNvSpPr txBox="1"/>
          <p:nvPr/>
        </p:nvSpPr>
        <p:spPr>
          <a:xfrm>
            <a:off x="1097329" y="9089381"/>
            <a:ext cx="4794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Safemode</a:t>
            </a:r>
            <a:r>
              <a:rPr lang="de-CH" sz="1400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 </a:t>
            </a:r>
            <a:r>
              <a:rPr lang="de-CH" sz="1400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must</a:t>
            </a:r>
            <a:r>
              <a:rPr lang="de-CH" sz="1400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 </a:t>
            </a:r>
            <a:r>
              <a:rPr lang="de-CH" sz="1400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be</a:t>
            </a:r>
            <a:r>
              <a:rPr lang="de-CH" sz="1400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 disabled. Keep </a:t>
            </a:r>
            <a:r>
              <a:rPr lang="de-CH" sz="1400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clear</a:t>
            </a:r>
            <a:r>
              <a:rPr lang="de-CH" sz="1400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 </a:t>
            </a:r>
            <a:r>
              <a:rPr lang="de-CH" sz="1400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of</a:t>
            </a:r>
            <a:r>
              <a:rPr lang="de-CH" sz="1400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 Robot!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59E6994-9FCC-1258-9AE5-26F730B98330}"/>
              </a:ext>
            </a:extLst>
          </p:cNvPr>
          <p:cNvSpPr txBox="1"/>
          <p:nvPr/>
        </p:nvSpPr>
        <p:spPr>
          <a:xfrm>
            <a:off x="687536" y="3482459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happy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D4F79F2-5D73-9432-4406-4F8F505927B6}"/>
              </a:ext>
            </a:extLst>
          </p:cNvPr>
          <p:cNvSpPr txBox="1"/>
          <p:nvPr/>
        </p:nvSpPr>
        <p:spPr>
          <a:xfrm>
            <a:off x="2160181" y="4938660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sit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D19BCE4-6F3D-F669-2FC5-8246266C51CD}"/>
              </a:ext>
            </a:extLst>
          </p:cNvPr>
          <p:cNvSpPr txBox="1"/>
          <p:nvPr/>
        </p:nvSpPr>
        <p:spPr>
          <a:xfrm>
            <a:off x="3703494" y="4953768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down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FCFD098-83BA-B496-CDD9-2B3AA6DD8D26}"/>
              </a:ext>
            </a:extLst>
          </p:cNvPr>
          <p:cNvSpPr txBox="1"/>
          <p:nvPr/>
        </p:nvSpPr>
        <p:spPr>
          <a:xfrm>
            <a:off x="5128799" y="4938660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love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9E08DE43-AB72-6008-FA70-223BF7006AC5}"/>
              </a:ext>
            </a:extLst>
          </p:cNvPr>
          <p:cNvSpPr txBox="1"/>
          <p:nvPr/>
        </p:nvSpPr>
        <p:spPr>
          <a:xfrm>
            <a:off x="600788" y="6545581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greet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A7B7026-6611-3FB1-B385-5A80AFEFA683}"/>
              </a:ext>
            </a:extLst>
          </p:cNvPr>
          <p:cNvSpPr txBox="1"/>
          <p:nvPr/>
        </p:nvSpPr>
        <p:spPr>
          <a:xfrm>
            <a:off x="2217443" y="6541941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strech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620528A-1F78-3409-5534-A2F20C5F6556}"/>
              </a:ext>
            </a:extLst>
          </p:cNvPr>
          <p:cNvSpPr txBox="1"/>
          <p:nvPr/>
        </p:nvSpPr>
        <p:spPr>
          <a:xfrm>
            <a:off x="3760756" y="6557049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dance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D1507EC-03BB-CBB9-9E85-F4D940149C64}"/>
              </a:ext>
            </a:extLst>
          </p:cNvPr>
          <p:cNvSpPr txBox="1"/>
          <p:nvPr/>
        </p:nvSpPr>
        <p:spPr>
          <a:xfrm>
            <a:off x="5186061" y="6541941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wave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9A7A296B-E2E5-2C8B-FFB8-F8B7001C419D}"/>
              </a:ext>
            </a:extLst>
          </p:cNvPr>
          <p:cNvSpPr txBox="1"/>
          <p:nvPr/>
        </p:nvSpPr>
        <p:spPr>
          <a:xfrm>
            <a:off x="548076" y="8255892"/>
            <a:ext cx="154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hand</a:t>
            </a:r>
            <a:r>
              <a:rPr lang="de-CH" b="1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 stand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34189E8E-B721-4BA1-5FFC-46E9D591CE92}"/>
              </a:ext>
            </a:extLst>
          </p:cNvPr>
          <p:cNvSpPr txBox="1"/>
          <p:nvPr/>
        </p:nvSpPr>
        <p:spPr>
          <a:xfrm>
            <a:off x="2217443" y="8255892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stand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1B1B20A3-C101-F53A-1C78-B12099D9762C}"/>
              </a:ext>
            </a:extLst>
          </p:cNvPr>
          <p:cNvSpPr txBox="1"/>
          <p:nvPr/>
        </p:nvSpPr>
        <p:spPr>
          <a:xfrm>
            <a:off x="3760756" y="8271000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pounce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9C4CAE57-E201-9DC3-60C1-F4A63A006B48}"/>
              </a:ext>
            </a:extLst>
          </p:cNvPr>
          <p:cNvSpPr txBox="1"/>
          <p:nvPr/>
        </p:nvSpPr>
        <p:spPr>
          <a:xfrm>
            <a:off x="5188957" y="8208161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bang</a:t>
            </a:r>
          </a:p>
        </p:txBody>
      </p:sp>
      <p:pic>
        <p:nvPicPr>
          <p:cNvPr id="2" name="Picture 4" descr="Exclamation mark - Free signaling icons">
            <a:extLst>
              <a:ext uri="{FF2B5EF4-FFF2-40B4-BE49-F238E27FC236}">
                <a16:creationId xmlns:a16="http://schemas.microsoft.com/office/drawing/2014/main" id="{680C558A-D188-26F4-78FD-A4671F092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69" y="8027114"/>
            <a:ext cx="282529" cy="28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xclamation mark - Free signaling icons">
            <a:extLst>
              <a:ext uri="{FF2B5EF4-FFF2-40B4-BE49-F238E27FC236}">
                <a16:creationId xmlns:a16="http://schemas.microsoft.com/office/drawing/2014/main" id="{6F36CDA4-E60E-CA55-27C0-142F20E70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482" y="8019967"/>
            <a:ext cx="282529" cy="28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7832FAA-660A-7E21-EFEC-63DB1E9AF8A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3183" y="2633082"/>
            <a:ext cx="599257" cy="82649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9E22DA7-AD5A-4B2D-D145-7528DB1457AE}"/>
              </a:ext>
            </a:extLst>
          </p:cNvPr>
          <p:cNvSpPr txBox="1"/>
          <p:nvPr/>
        </p:nvSpPr>
        <p:spPr>
          <a:xfrm>
            <a:off x="700476" y="5101553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 err="1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control</a:t>
            </a:r>
            <a:endParaRPr lang="de-CH" b="1" dirty="0"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1C952BE-BD9A-E6D0-2F55-092E1B629BE9}"/>
              </a:ext>
            </a:extLst>
          </p:cNvPr>
          <p:cNvSpPr txBox="1"/>
          <p:nvPr/>
        </p:nvSpPr>
        <p:spPr>
          <a:xfrm>
            <a:off x="5130523" y="3484235"/>
            <a:ext cx="126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dirty="0"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jump</a:t>
            </a:r>
          </a:p>
        </p:txBody>
      </p:sp>
      <p:pic>
        <p:nvPicPr>
          <p:cNvPr id="16" name="Grafik 15" descr="Ein Bild, das Entwurf, Clipart enthält.&#10;&#10;KI-generierte Inhalte können fehlerhaft sein.">
            <a:extLst>
              <a:ext uri="{FF2B5EF4-FFF2-40B4-BE49-F238E27FC236}">
                <a16:creationId xmlns:a16="http://schemas.microsoft.com/office/drawing/2014/main" id="{3AE29392-8259-0594-BD25-74E0F9451E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97" y="2660373"/>
            <a:ext cx="772691" cy="772691"/>
          </a:xfrm>
          <a:prstGeom prst="rect">
            <a:avLst/>
          </a:prstGeom>
        </p:spPr>
      </p:pic>
      <p:pic>
        <p:nvPicPr>
          <p:cNvPr id="14" name="Picture 4" descr="Exclamation mark - Free signaling icons">
            <a:extLst>
              <a:ext uri="{FF2B5EF4-FFF2-40B4-BE49-F238E27FC236}">
                <a16:creationId xmlns:a16="http://schemas.microsoft.com/office/drawing/2014/main" id="{E2658659-0EBF-7B3E-B3F5-0AF2BA9E1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084" y="3248874"/>
            <a:ext cx="282529" cy="28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34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</Words>
  <Application>Microsoft Office PowerPoint</Application>
  <PresentationFormat>A4-Papier (210 x 297 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CMU Serif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Otteneder Lukas</dc:creator>
  <cp:lastModifiedBy>Otteneder Lukas</cp:lastModifiedBy>
  <cp:revision>19</cp:revision>
  <cp:lastPrinted>2025-11-20T16:10:59Z</cp:lastPrinted>
  <dcterms:created xsi:type="dcterms:W3CDTF">2025-11-20T14:52:07Z</dcterms:created>
  <dcterms:modified xsi:type="dcterms:W3CDTF">2025-11-25T09:00:48Z</dcterms:modified>
</cp:coreProperties>
</file>